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548640"/>
            <a:ext cx="4023360" cy="4023360"/>
          </a:xfrm>
          <a:prstGeom prst="ellipse">
            <a:avLst/>
          </a:prstGeom>
          <a:solidFill>
            <a:srgbClr val="0B2A43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188720"/>
            <a:ext cx="2743200" cy="2743200"/>
          </a:xfrm>
          <a:prstGeom prst="ellipse">
            <a:avLst/>
          </a:prstGeom>
          <a:solidFill>
            <a:srgbClr val="0B2A43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1828800"/>
            <a:ext cx="1463040" cy="1463040"/>
          </a:xfrm>
          <a:prstGeom prst="ellipse">
            <a:avLst/>
          </a:prstGeom>
          <a:solidFill>
            <a:srgbClr val="0B2A43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D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SPRINT-I · DATA CLEANING &amp; EDA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9601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Intelligence: Data Cleaning and Exploratory Analysis of Tamil Nadu Rainfall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Resource Management / Agriculture / Climate Analytics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Anavartha Vishwaraj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BF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AF05320063   ·   Course: AIML   ·   Batch Code: ANP-D7444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Overview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347472"/>
          </a:xfrm>
          <a:prstGeom prst="roundRect">
            <a:avLst>
              <a:gd name="adj" fmla="val 31579"/>
            </a:avLst>
          </a:prstGeom>
          <a:solidFill>
            <a:srgbClr val="0B2A43"/>
          </a:solidFill>
          <a:ln w="12700">
            <a:solidFill>
              <a:srgbClr val="0B2A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Resource Management · Agriculture · Climate Analytics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5544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monitoring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stations record rainfall at regular (hourly) intervals across districts, giving a continuous record of observations.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rainfall data analysis is useful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records inform water management, agricultural planning and climate and environmental studies.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data analysis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exploring raw observations turns them into patterns across time and location that people can interpret.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105156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325880"/>
            <a:ext cx="502920" cy="50292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78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1430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resources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&amp; ground water monitoring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22402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514600"/>
            <a:ext cx="502920" cy="50292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3317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around rainfall observations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94960" y="34290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3703320"/>
            <a:ext cx="502920" cy="50292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778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5204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analytics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temporal and spatial patterns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rainfall telemetry data is difficult to use directly for analysis.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 inspection, cleaning, validation and transformation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duplicate records must be checked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and timestamps need correcting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fields add clutter to the dataset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and time periods need systematic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554480"/>
            <a:ext cx="3017520" cy="3017520"/>
          </a:xfrm>
          <a:prstGeom prst="roundRect">
            <a:avLst>
              <a:gd name="adj" fmla="val 2424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use this analysis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52160" y="2103120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teams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52160" y="2670048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6700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Water-resource teams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3236976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0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/ environmental teams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3803904"/>
            <a:ext cx="2651760" cy="411480"/>
          </a:xfrm>
          <a:prstGeom prst="roundRect">
            <a:avLst>
              <a:gd name="adj" fmla="val 2666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52160" y="38039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Data-analysis teams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143000"/>
            <a:ext cx="420624" cy="420624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143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0515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understand the Tamil Nadu rainfall dataset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856232"/>
            <a:ext cx="420624" cy="420624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856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1764792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and improve data quality through cleaning and type conversion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569464"/>
            <a:ext cx="420624" cy="420624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569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2478024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time information into year and month fields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91256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282696"/>
            <a:ext cx="420624" cy="420624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191256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rainfall patterns across years, months, districts and stations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04488"/>
            <a:ext cx="4846320" cy="603504"/>
          </a:xfrm>
          <a:prstGeom prst="roundRect">
            <a:avLst>
              <a:gd name="adj" fmla="val 12121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995928"/>
            <a:ext cx="420624" cy="420624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" y="3904488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extreme rainfall observations and examine data coverage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0" y="132588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Industry Selection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169164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16916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Problem Identification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0" y="205740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0" y="20574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Dataset Collection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0" y="242316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0" y="2423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Data Cleaning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0" y="278892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0" y="2788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Data Transformation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0" y="315468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0" y="3154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Data Analysis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0" y="352044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0" y="3520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Data Visualization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0" y="388620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Insights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669280" y="4251960"/>
            <a:ext cx="301752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0" y="4251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Analysis Questions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data analysis turns raw rainfall telemetry into a clean, structured dataset for exploration.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192024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920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242316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828800" cy="384048"/>
          </a:xfrm>
          <a:prstGeom prst="roundRect">
            <a:avLst>
              <a:gd name="adj" fmla="val 28571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118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Data transformation · EDA · Visualization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170432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170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109728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rainfall distributed across the dataset?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755648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168249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average rainfall vary by year?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340864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340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03520" y="226771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average rainfall vary by month?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926080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28529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observations differ across districts and stations?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00600" y="3511296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0060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343814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observations meet the ≥100 mm and ≥1000 mm thresholds?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4096512"/>
            <a:ext cx="365760" cy="3657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0060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4023360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data coverage vary by station and year?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7490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 (Telemetry - Hourly), Tamil Nadu SW GW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Water Data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2021–2025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format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[exact rows from df.shape — approx. 161,000+]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[exact columns from df.shape]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[number of unique stations]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i="1" dirty="0">
                          <a:solidFill>
                            <a:srgbClr val="8A5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[number of unique districts]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fields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741932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17419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066544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2066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2391156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0" y="23911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2715768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0" y="2715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Time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040380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0" y="30403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Rainfall (mm)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0" y="3364992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3689604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0" y="36896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Month_Name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943600" y="4014216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0" y="4014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· Day · Day_of_Week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0" y="4338828"/>
            <a:ext cx="2743200" cy="27432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0" y="43388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· rainfall flags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Understanding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B2A43"/>
          </a:solidFill>
          <a:ln w="12700">
            <a:solidFill>
              <a:srgbClr val="0B2A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Water Data Portal  ›  Tamil Nadu SW GW rainfall telemetry resource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276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first records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11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info()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structure &amp; types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3957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statistical summary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7797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 column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1638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per column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547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count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9319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unique count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3749040" cy="329184"/>
          </a:xfrm>
          <a:prstGeom prst="roundRect">
            <a:avLst>
              <a:gd name="adj" fmla="val 22222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43159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unique count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1627632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4572000" y="1627632"/>
            <a:ext cx="4023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notebook screenshot: head() and info() output]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333756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4572000" y="33375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notebook screenshot: describe(), missing values, duplicates]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Inspected per column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Checked for duplicates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 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pd.to_datetime(..., dayfirst=True, errors="coerce")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rainfall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pd.to_numeric(..., errors="coerce")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/ month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Year and month-related fields created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Summary statistics computed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geographic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D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 hierarchy columns removed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 removed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3716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Tehsil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60920" y="137160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60920" y="137160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173736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17373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60920" y="173736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60920" y="17373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10312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0" y="2103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60920" y="210312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60920" y="2103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Tributary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246888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0" y="2468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Subtributary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60920" y="2468880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60920" y="24688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SubSubtributary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0" y="2926080"/>
            <a:ext cx="2743200" cy="1691640"/>
          </a:xfrm>
          <a:prstGeom prst="roundRect">
            <a:avLst>
              <a:gd name="adj" fmla="val 3243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6035040" y="2926080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notebook screenshot: cleaning &amp; transformation cells]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251960"/>
            <a:ext cx="5120640" cy="411480"/>
          </a:xfrm>
          <a:prstGeom prst="roundRect">
            <a:avLst>
              <a:gd name="adj" fmla="val 13333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54864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notebook output screenshot if available]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statistics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mean, median, max, 25th &amp; 75th percentile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8580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 from notebook]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05156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Year-wise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mean, median, max per 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2103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278892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 from notebook]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Month-wise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mean, median, max per month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103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89204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 from notebook]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1920240" cy="1691640"/>
          </a:xfrm>
          <a:prstGeom prst="roundRect">
            <a:avLst>
              <a:gd name="adj" fmla="val 4324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143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District-wise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rainfall summary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103120"/>
            <a:ext cx="1645920" cy="502920"/>
          </a:xfrm>
          <a:prstGeom prst="roundRect">
            <a:avLst>
              <a:gd name="adj" fmla="val 10909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995160" y="2103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 from notebook]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2621280" cy="1691640"/>
          </a:xfrm>
          <a:prstGeom prst="roundRect">
            <a:avLst>
              <a:gd name="adj" fmla="val 4324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9718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Station-wise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291840"/>
            <a:ext cx="234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Station-level rainfall summary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3931920"/>
            <a:ext cx="2346960" cy="502920"/>
          </a:xfrm>
          <a:prstGeom prst="roundRect">
            <a:avLst>
              <a:gd name="adj" fmla="val 10909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685800" y="393192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 from notebook]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61360" y="2880360"/>
            <a:ext cx="2621280" cy="1691640"/>
          </a:xfrm>
          <a:prstGeom prst="roundRect">
            <a:avLst>
              <a:gd name="adj" fmla="val 4324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98520" y="29718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rainfall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398520" y="3291840"/>
            <a:ext cx="234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≥100 mm and ≥1000 mm; by year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98520" y="3931920"/>
            <a:ext cx="2346960" cy="502920"/>
          </a:xfrm>
          <a:prstGeom prst="roundRect">
            <a:avLst>
              <a:gd name="adj" fmla="val 10909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3489960" y="393192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 from notebook]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65520" y="2880360"/>
            <a:ext cx="2621280" cy="1691640"/>
          </a:xfrm>
          <a:prstGeom prst="roundRect">
            <a:avLst>
              <a:gd name="adj" fmla="val 4324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02680" y="297180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coverage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202680" y="3291840"/>
            <a:ext cx="234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by station and year; unique station-days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02680" y="3931920"/>
            <a:ext cx="2346960" cy="502920"/>
          </a:xfrm>
          <a:prstGeom prst="roundRect">
            <a:avLst>
              <a:gd name="adj" fmla="val 10909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6294120" y="3931920"/>
            <a:ext cx="216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[value from notebook]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DD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005840"/>
            <a:ext cx="1808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Distribution Histogram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1417320"/>
            <a:ext cx="1808226" cy="640080"/>
          </a:xfrm>
          <a:prstGeom prst="roundRect">
            <a:avLst>
              <a:gd name="adj" fmla="val 8571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621792" y="1417320"/>
            <a:ext cx="16253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chart]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075688"/>
            <a:ext cx="1808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distribution of observations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2423160"/>
            <a:ext cx="180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chart]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8890" y="960120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8890" y="960120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22042" y="1005840"/>
            <a:ext cx="1808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Average Rainfall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22042" y="1417320"/>
            <a:ext cx="1808226" cy="640080"/>
          </a:xfrm>
          <a:prstGeom prst="roundRect">
            <a:avLst>
              <a:gd name="adj" fmla="val 8571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2713482" y="1417320"/>
            <a:ext cx="16253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chart]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622042" y="2075688"/>
            <a:ext cx="1808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average rainfall across years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622042" y="2423160"/>
            <a:ext cx="180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chart]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40580" y="960120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0580" y="960120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DD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3732" y="1005840"/>
            <a:ext cx="1808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 Average Rainfall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13732" y="1417320"/>
            <a:ext cx="1808226" cy="640080"/>
          </a:xfrm>
          <a:prstGeom prst="roundRect">
            <a:avLst>
              <a:gd name="adj" fmla="val 8571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805172" y="1417320"/>
            <a:ext cx="16253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chart]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713732" y="2075688"/>
            <a:ext cx="1808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rainfall variation across months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713732" y="2423160"/>
            <a:ext cx="180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chart]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32270" y="960120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32270" y="960120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D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5422" y="1005840"/>
            <a:ext cx="1808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Districts by Avg Rainfall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05422" y="1417320"/>
            <a:ext cx="1808226" cy="640080"/>
          </a:xfrm>
          <a:prstGeom prst="roundRect">
            <a:avLst>
              <a:gd name="adj" fmla="val 8571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896862" y="1417320"/>
            <a:ext cx="16253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chart]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05422" y="2075688"/>
            <a:ext cx="1808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rainfall across districts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805422" y="2423160"/>
            <a:ext cx="180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chart]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807208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2807208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DD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0352" y="2852928"/>
            <a:ext cx="1808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Stations by Avg Rainfall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0352" y="3264408"/>
            <a:ext cx="1808226" cy="640080"/>
          </a:xfrm>
          <a:prstGeom prst="roundRect">
            <a:avLst>
              <a:gd name="adj" fmla="val 8571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621792" y="3264408"/>
            <a:ext cx="16253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chart]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30352" y="3922776"/>
            <a:ext cx="1808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rainfall across stations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30352" y="4270248"/>
            <a:ext cx="180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chart]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48890" y="2807208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48890" y="2807208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DD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622042" y="2852928"/>
            <a:ext cx="1808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Rainfall Events by Year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22042" y="3264408"/>
            <a:ext cx="1808226" cy="640080"/>
          </a:xfrm>
          <a:prstGeom prst="roundRect">
            <a:avLst>
              <a:gd name="adj" fmla="val 8571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2713482" y="3264408"/>
            <a:ext cx="16253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chart]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622042" y="3922776"/>
            <a:ext cx="1808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≥100 mm observations by year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2622042" y="4270248"/>
            <a:ext cx="180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chart]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40580" y="2807208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40580" y="2807208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DDE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713732" y="2852928"/>
            <a:ext cx="1808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Coverage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13732" y="3264408"/>
            <a:ext cx="1808226" cy="640080"/>
          </a:xfrm>
          <a:prstGeom prst="roundRect">
            <a:avLst>
              <a:gd name="adj" fmla="val 8571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4805172" y="3264408"/>
            <a:ext cx="16253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chart]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713732" y="3922776"/>
            <a:ext cx="1808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available per station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4713732" y="4270248"/>
            <a:ext cx="180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chart]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32270" y="2807208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2270" y="2807208"/>
            <a:ext cx="195453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FDDE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05422" y="2852928"/>
            <a:ext cx="18082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Data Coverage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05422" y="3264408"/>
            <a:ext cx="1808226" cy="640080"/>
          </a:xfrm>
          <a:prstGeom prst="roundRect">
            <a:avLst>
              <a:gd name="adj" fmla="val 8571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6896862" y="3264408"/>
            <a:ext cx="16253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actual chart]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805422" y="3922776"/>
            <a:ext cx="18082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0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available per year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805422" y="4270248"/>
            <a:ext cx="1808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[from chart]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Intelligence · Sprint-I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(verified findings only)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4864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distribution: [finding from describe() / histogram]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47672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48640" y="1947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variation: [finding from yearly summary]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48640" y="24780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Month-wise variation: [finding from monthly summary]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and station differences: [finding from summaries]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38728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48640" y="35387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observations: [counts ≥100 mm and ≥1000 mm]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5875">
            <a:solidFill>
              <a:srgbClr val="E0A03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4864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8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[finding on station and yearly record counts]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3200400" cy="3611880"/>
          </a:xfrm>
          <a:prstGeom prst="roundRect">
            <a:avLst>
              <a:gd name="adj" fmla="val 2286"/>
            </a:avLst>
          </a:prstGeom>
          <a:solidFill>
            <a:srgbClr val="E8F3F5"/>
          </a:solidFill>
          <a:ln w="12700">
            <a:solidFill>
              <a:srgbClr val="E8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15544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dataset and EDA results can be used as a foundation for deeper rainfall analysis and future machine-learning / prediction work.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3474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recommendations are added only if the verified findings support them.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06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0515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data cleaning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63677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data transformation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2219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exploratory data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62072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80720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rainfall visualizations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39242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temporal, district, station, extreme-rainfall and coverage patterns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365760" cy="365760"/>
          </a:xfrm>
          <a:prstGeom prst="ellipse">
            <a:avLst/>
          </a:prstGeom>
          <a:solidFill>
            <a:srgbClr val="138D90"/>
          </a:solidFill>
          <a:ln w="12700">
            <a:solidFill>
              <a:srgbClr val="138D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9776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structured foundation for future analysis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1051560"/>
            <a:ext cx="3200400" cy="2011680"/>
          </a:xfrm>
          <a:prstGeom prst="roundRect">
            <a:avLst>
              <a:gd name="adj" fmla="val 3636"/>
            </a:avLst>
          </a:prstGeom>
          <a:solidFill>
            <a:srgbClr val="12405F"/>
          </a:solidFill>
          <a:ln w="12700">
            <a:solidFill>
              <a:srgbClr val="1240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11430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7FD1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rainfall analysis and machine-learning / prediction work built on the cleaned dataset.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32461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prediction is not part of Sprint-I.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Rainfall Intelligence: Data Cleaning and EDA of Tamil Nadu Rainfall</dc:title>
  <dc:subject>PptxGenJS Presentation</dc:subject>
  <dc:creator>M Anavartha Vishwaraj</dc:creator>
  <cp:lastModifiedBy>M Anavartha Vishwaraj</cp:lastModifiedBy>
  <cp:revision>1</cp:revision>
  <dcterms:created xsi:type="dcterms:W3CDTF">2026-10-06T11:11:08Z</dcterms:created>
  <dcterms:modified xsi:type="dcterms:W3CDTF">2026-10-06T11:11:08Z</dcterms:modified>
</cp:coreProperties>
</file>